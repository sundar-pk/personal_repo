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8.png"/><Relationship Id="rId13" Type="http://schemas.openxmlformats.org/officeDocument/2006/relationships/image" Target="../media/image-1-8.png"/><Relationship Id="rId14" Type="http://schemas.openxmlformats.org/officeDocument/2006/relationships/image" Target="../media/image-1-8.png"/><Relationship Id="rId15" Type="http://schemas.openxmlformats.org/officeDocument/2006/relationships/image" Target="../media/image-1-8.png"/><Relationship Id="rId16" Type="http://schemas.openxmlformats.org/officeDocument/2006/relationships/image" Target="../media/image-1-16.png"/><Relationship Id="rId17" Type="http://schemas.openxmlformats.org/officeDocument/2006/relationships/image" Target="../media/image-1-8.png"/><Relationship Id="rId18" Type="http://schemas.openxmlformats.org/officeDocument/2006/relationships/image" Target="../media/image-1-8.png"/><Relationship Id="rId19" Type="http://schemas.openxmlformats.org/officeDocument/2006/relationships/image" Target="../media/image-1-8.png"/><Relationship Id="rId20" Type="http://schemas.openxmlformats.org/officeDocument/2006/relationships/image" Target="../media/image-1-8.png"/><Relationship Id="rId21" Type="http://schemas.openxmlformats.org/officeDocument/2006/relationships/image" Target="../media/image-1-3.png"/><Relationship Id="rId22" Type="http://schemas.openxmlformats.org/officeDocument/2006/relationships/image" Target="../media/image-1-8.png"/><Relationship Id="rId23" Type="http://schemas.openxmlformats.org/officeDocument/2006/relationships/image" Target="../media/image-1-8.png"/><Relationship Id="rId24" Type="http://schemas.openxmlformats.org/officeDocument/2006/relationships/image" Target="../media/image-1-8.png"/><Relationship Id="rId25" Type="http://schemas.openxmlformats.org/officeDocument/2006/relationships/image" Target="../media/image-1-8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DEVLAKE — OUR CHOSEN ENGINEERING METRICS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143000"/>
            <a:ext cx="777240" cy="77724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5" name="Image 0" descr="/home/claude/deck/gitla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298448"/>
            <a:ext cx="466344" cy="466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777240" cy="77724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" name="Image 1" descr="/home/claude/deck/jira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578608"/>
            <a:ext cx="466344" cy="466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246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691640" y="15316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2423160" y="1005840"/>
            <a:ext cx="1371600" cy="1371600"/>
          </a:xfrm>
          <a:prstGeom prst="ellipse">
            <a:avLst/>
          </a:prstGeom>
          <a:solidFill>
            <a:srgbClr val="00623C"/>
          </a:solidFill>
          <a:ln w="12700">
            <a:solidFill>
              <a:srgbClr val="00623C"/>
            </a:solidFill>
            <a:prstDash val="solid"/>
          </a:ln>
        </p:spPr>
      </p:sp>
      <p:pic>
        <p:nvPicPr>
          <p:cNvPr id="12" name="Image 2" descr="/home/claude/deck/chartb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492" y="1376172"/>
            <a:ext cx="630936" cy="6309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48840" y="2423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148840" y="26700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Engine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886200" y="14401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1"/>
          <p:cNvSpPr/>
          <p:nvPr/>
        </p:nvSpPr>
        <p:spPr>
          <a:xfrm>
            <a:off x="4617720" y="1143000"/>
            <a:ext cx="777240" cy="77724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7" name="Image 3" descr="/home/claude/deck/ey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298448"/>
            <a:ext cx="466344" cy="4663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60520" y="1965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160520" y="21762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309360" y="1005840"/>
            <a:ext cx="5422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FETCHES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09360" y="1271016"/>
            <a:ext cx="2642616" cy="420624"/>
          </a:xfrm>
          <a:prstGeom prst="roundRect">
            <a:avLst>
              <a:gd name="adj" fmla="val 4782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64224" y="1316736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3" name="Image 4" descr="/home/claude/deck/clo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61" y="1382573"/>
            <a:ext cx="197510" cy="1975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9984" y="1271016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9089136" y="1271016"/>
            <a:ext cx="2642616" cy="420624"/>
          </a:xfrm>
          <a:prstGeom prst="roundRect">
            <a:avLst>
              <a:gd name="adj" fmla="val 4782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44000" y="1316736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7" name="Image 5" descr="/home/claude/deck/branch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837" y="1382573"/>
            <a:ext cx="197510" cy="19751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509760" y="1271016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Commit-to-Merge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6309360" y="1764792"/>
            <a:ext cx="2642616" cy="420624"/>
          </a:xfrm>
          <a:prstGeom prst="roundRect">
            <a:avLst>
              <a:gd name="adj" fmla="val 4782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364224" y="1810512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1" name="Image 6" descr="/home/claude/deck/cha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0061" y="1876349"/>
            <a:ext cx="197510" cy="19751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29984" y="1764792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 / Story Pt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9089136" y="1764792"/>
            <a:ext cx="2642616" cy="420624"/>
          </a:xfrm>
          <a:prstGeom prst="roundRect">
            <a:avLst>
              <a:gd name="adj" fmla="val 4782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144000" y="1810512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5" name="Image 7" descr="/home/claude/deck/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9837" y="1876349"/>
            <a:ext cx="197510" cy="19751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509760" y="1764792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Depth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6309360" y="2258568"/>
            <a:ext cx="2642616" cy="420624"/>
          </a:xfrm>
          <a:prstGeom prst="roundRect">
            <a:avLst>
              <a:gd name="adj" fmla="val 4782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364224" y="2304288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9" name="Image 8" descr="/home/claude/deck/sync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0061" y="2370125"/>
            <a:ext cx="197510" cy="19751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729984" y="2258568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Frequency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9089136" y="2258568"/>
            <a:ext cx="2642616" cy="420624"/>
          </a:xfrm>
          <a:prstGeom prst="roundRect">
            <a:avLst>
              <a:gd name="adj" fmla="val 4782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9144000" y="2304288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3" name="Image 9" descr="/home/claude/deck/warning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9837" y="2370125"/>
            <a:ext cx="197510" cy="19751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509760" y="2258568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Failure Rate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457200" y="3566160"/>
            <a:ext cx="11274552" cy="18288"/>
          </a:xfrm>
          <a:prstGeom prst="roundRect">
            <a:avLst/>
          </a:prstGeom>
          <a:solidFill>
            <a:srgbClr val="DCEEE5"/>
          </a:solidFill>
          <a:ln w="12700">
            <a:solidFill>
              <a:srgbClr val="DCEEE5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457200" y="3703320"/>
            <a:ext cx="3575304" cy="2788920"/>
          </a:xfrm>
          <a:prstGeom prst="roundRect">
            <a:avLst>
              <a:gd name="adj" fmla="val 196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658368" y="3904488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8" name="Image 10" descr="/home/claude/deck/bullseye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3995928"/>
            <a:ext cx="274320" cy="27432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234440" y="390448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Picked</a:t>
            </a:r>
            <a:endParaRPr lang="en-US" sz="1400" dirty="0"/>
          </a:p>
        </p:txBody>
      </p:sp>
      <p:sp>
        <p:nvSpPr>
          <p:cNvPr id="50" name="Shape 37"/>
          <p:cNvSpPr/>
          <p:nvPr/>
        </p:nvSpPr>
        <p:spPr>
          <a:xfrm>
            <a:off x="658368" y="4526280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51" name="Image 11" descr="/home/claude/deck/check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232" y="4581144"/>
            <a:ext cx="164592" cy="16459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1024128" y="447141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GitLab + Jira support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658368" y="5001768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54" name="Image 12" descr="/home/claude/deck/check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" y="5056632"/>
            <a:ext cx="164592" cy="164592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1024128" y="4946904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DORA dashboards</a:t>
            </a:r>
            <a:endParaRPr lang="en-US" sz="1200" dirty="0"/>
          </a:p>
        </p:txBody>
      </p:sp>
      <p:sp>
        <p:nvSpPr>
          <p:cNvPr id="56" name="Shape 41"/>
          <p:cNvSpPr/>
          <p:nvPr/>
        </p:nvSpPr>
        <p:spPr>
          <a:xfrm>
            <a:off x="658368" y="5477256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57" name="Image 13" descr="/home/claude/deck/check_FFFFF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3232" y="5532120"/>
            <a:ext cx="164592" cy="164592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1024128" y="542239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story-point fit</a:t>
            </a:r>
            <a:endParaRPr lang="en-US" sz="1200" dirty="0"/>
          </a:p>
        </p:txBody>
      </p:sp>
      <p:sp>
        <p:nvSpPr>
          <p:cNvPr id="59" name="Shape 43"/>
          <p:cNvSpPr/>
          <p:nvPr/>
        </p:nvSpPr>
        <p:spPr>
          <a:xfrm>
            <a:off x="658368" y="5952744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60" name="Image 14" descr="/home/claude/deck/check_FFFFFF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232" y="6007608"/>
            <a:ext cx="164592" cy="164592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1024128" y="589788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Apache project</a:t>
            </a:r>
            <a:endParaRPr lang="en-US" sz="1200" dirty="0"/>
          </a:p>
        </p:txBody>
      </p:sp>
      <p:sp>
        <p:nvSpPr>
          <p:cNvPr id="62" name="Shape 45"/>
          <p:cNvSpPr/>
          <p:nvPr/>
        </p:nvSpPr>
        <p:spPr>
          <a:xfrm>
            <a:off x="4306824" y="3703320"/>
            <a:ext cx="3575304" cy="2788920"/>
          </a:xfrm>
          <a:prstGeom prst="roundRect">
            <a:avLst>
              <a:gd name="adj" fmla="val 196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63" name="Shape 46"/>
          <p:cNvSpPr/>
          <p:nvPr/>
        </p:nvSpPr>
        <p:spPr>
          <a:xfrm>
            <a:off x="4507992" y="3904488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64" name="Image 15" descr="/home/claude/deck/tools_FFFFFF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99432" y="3995928"/>
            <a:ext cx="274320" cy="274320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5084064" y="390448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— 2 Pilot Apps</a:t>
            </a:r>
            <a:endParaRPr lang="en-US" sz="1400" dirty="0"/>
          </a:p>
        </p:txBody>
      </p:sp>
      <p:sp>
        <p:nvSpPr>
          <p:cNvPr id="66" name="Shape 48"/>
          <p:cNvSpPr/>
          <p:nvPr/>
        </p:nvSpPr>
        <p:spPr>
          <a:xfrm>
            <a:off x="4507992" y="4526280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67" name="Image 16" descr="/home/claude/deck/check_FFFFFF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62856" y="4581144"/>
            <a:ext cx="164592" cy="164592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4873752" y="447141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Self-hosted, Docker Compose</a:t>
            </a:r>
            <a:endParaRPr lang="en-US" sz="1200" dirty="0"/>
          </a:p>
        </p:txBody>
      </p:sp>
      <p:sp>
        <p:nvSpPr>
          <p:cNvPr id="69" name="Shape 50"/>
          <p:cNvSpPr/>
          <p:nvPr/>
        </p:nvSpPr>
        <p:spPr>
          <a:xfrm>
            <a:off x="4507992" y="5001768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0" name="Image 17" descr="/home/claude/deck/check_FFFFFF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62856" y="5056632"/>
            <a:ext cx="164592" cy="164592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4873752" y="4946904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GitLab token</a:t>
            </a:r>
            <a:endParaRPr lang="en-US" sz="1200" dirty="0"/>
          </a:p>
        </p:txBody>
      </p:sp>
      <p:sp>
        <p:nvSpPr>
          <p:cNvPr id="72" name="Shape 52"/>
          <p:cNvSpPr/>
          <p:nvPr/>
        </p:nvSpPr>
        <p:spPr>
          <a:xfrm>
            <a:off x="4507992" y="5477256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3" name="Image 18" descr="/home/claude/deck/check_FFFFFF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62856" y="5532120"/>
            <a:ext cx="164592" cy="164592"/>
          </a:xfrm>
          <a:prstGeom prst="rect">
            <a:avLst/>
          </a:prstGeom>
        </p:spPr>
      </p:pic>
      <p:sp>
        <p:nvSpPr>
          <p:cNvPr id="74" name="Text 53"/>
          <p:cNvSpPr/>
          <p:nvPr/>
        </p:nvSpPr>
        <p:spPr>
          <a:xfrm>
            <a:off x="4873752" y="542239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 per app</a:t>
            </a:r>
            <a:endParaRPr lang="en-US" sz="1200" dirty="0"/>
          </a:p>
        </p:txBody>
      </p:sp>
      <p:sp>
        <p:nvSpPr>
          <p:cNvPr id="75" name="Shape 54"/>
          <p:cNvSpPr/>
          <p:nvPr/>
        </p:nvSpPr>
        <p:spPr>
          <a:xfrm>
            <a:off x="4507992" y="5952744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6" name="Image 19" descr="/home/claude/deck/check_FFFFFF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62856" y="6007608"/>
            <a:ext cx="164592" cy="164592"/>
          </a:xfrm>
          <a:prstGeom prst="rect">
            <a:avLst/>
          </a:prstGeom>
        </p:spPr>
      </p:pic>
      <p:sp>
        <p:nvSpPr>
          <p:cNvPr id="77" name="Text 55"/>
          <p:cNvSpPr/>
          <p:nvPr/>
        </p:nvSpPr>
        <p:spPr>
          <a:xfrm>
            <a:off x="4873752" y="589788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historical pull</a:t>
            </a:r>
            <a:endParaRPr lang="en-US" sz="1200" dirty="0"/>
          </a:p>
        </p:txBody>
      </p:sp>
      <p:sp>
        <p:nvSpPr>
          <p:cNvPr id="78" name="Shape 56"/>
          <p:cNvSpPr/>
          <p:nvPr/>
        </p:nvSpPr>
        <p:spPr>
          <a:xfrm>
            <a:off x="8156448" y="3703320"/>
            <a:ext cx="3575304" cy="2788920"/>
          </a:xfrm>
          <a:prstGeom prst="roundRect">
            <a:avLst>
              <a:gd name="adj" fmla="val 1967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sx="100000" sy="100000" kx="0" ky="0" algn="bl" rotWithShape="0" blurRad="50800" dist="25400" dir="5400000">
              <a:srgbClr val="666666">
                <a:alpha val="15000"/>
              </a:srgbClr>
            </a:outerShdw>
          </a:effectLst>
        </p:spPr>
      </p:sp>
      <p:sp>
        <p:nvSpPr>
          <p:cNvPr id="79" name="Shape 57"/>
          <p:cNvSpPr/>
          <p:nvPr/>
        </p:nvSpPr>
        <p:spPr>
          <a:xfrm>
            <a:off x="8357616" y="3904488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0" name="Image 20" descr="/home/claude/deck/chartbar_FFFFFF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49056" y="3995928"/>
            <a:ext cx="274320" cy="274320"/>
          </a:xfrm>
          <a:prstGeom prst="rect">
            <a:avLst/>
          </a:prstGeom>
        </p:spPr>
      </p:pic>
      <p:sp>
        <p:nvSpPr>
          <p:cNvPr id="81" name="Text 58"/>
          <p:cNvSpPr/>
          <p:nvPr/>
        </p:nvSpPr>
        <p:spPr>
          <a:xfrm>
            <a:off x="8933688" y="3904488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1400" dirty="0"/>
          </a:p>
        </p:txBody>
      </p:sp>
      <p:sp>
        <p:nvSpPr>
          <p:cNvPr id="82" name="Shape 59"/>
          <p:cNvSpPr/>
          <p:nvPr/>
        </p:nvSpPr>
        <p:spPr>
          <a:xfrm>
            <a:off x="8357616" y="4526280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3" name="Image 21" descr="/home/claude/deck/check_FFFFFF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12480" y="4581144"/>
            <a:ext cx="164592" cy="164592"/>
          </a:xfrm>
          <a:prstGeom prst="rect">
            <a:avLst/>
          </a:prstGeom>
        </p:spPr>
      </p:pic>
      <p:sp>
        <p:nvSpPr>
          <p:cNvPr id="84" name="Text 60"/>
          <p:cNvSpPr/>
          <p:nvPr/>
        </p:nvSpPr>
        <p:spPr>
          <a:xfrm>
            <a:off x="8723376" y="447141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Grafana view, both apps</a:t>
            </a:r>
            <a:endParaRPr lang="en-US" sz="1200" dirty="0"/>
          </a:p>
        </p:txBody>
      </p:sp>
      <p:sp>
        <p:nvSpPr>
          <p:cNvPr id="85" name="Shape 61"/>
          <p:cNvSpPr/>
          <p:nvPr/>
        </p:nvSpPr>
        <p:spPr>
          <a:xfrm>
            <a:off x="8357616" y="5001768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6" name="Image 22" descr="/home/claude/deck/check_FFFFFF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12480" y="5056632"/>
            <a:ext cx="164592" cy="164592"/>
          </a:xfrm>
          <a:prstGeom prst="rect">
            <a:avLst/>
          </a:prstGeom>
        </p:spPr>
      </p:pic>
      <p:sp>
        <p:nvSpPr>
          <p:cNvPr id="87" name="Text 62"/>
          <p:cNvSpPr/>
          <p:nvPr/>
        </p:nvSpPr>
        <p:spPr>
          <a:xfrm>
            <a:off x="8723376" y="4946904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Sprint-over-sprint refresh</a:t>
            </a:r>
            <a:endParaRPr lang="en-US" sz="1200" dirty="0"/>
          </a:p>
        </p:txBody>
      </p:sp>
      <p:sp>
        <p:nvSpPr>
          <p:cNvPr id="88" name="Shape 63"/>
          <p:cNvSpPr/>
          <p:nvPr/>
        </p:nvSpPr>
        <p:spPr>
          <a:xfrm>
            <a:off x="8357616" y="5477256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9" name="Image 23" descr="/home/claude/deck/check_FFFFFF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12480" y="5532120"/>
            <a:ext cx="164592" cy="164592"/>
          </a:xfrm>
          <a:prstGeom prst="rect">
            <a:avLst/>
          </a:prstGeom>
        </p:spPr>
      </p:pic>
      <p:sp>
        <p:nvSpPr>
          <p:cNvPr id="90" name="Text 64"/>
          <p:cNvSpPr/>
          <p:nvPr/>
        </p:nvSpPr>
        <p:spPr>
          <a:xfrm>
            <a:off x="8723376" y="542239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CIO-ready, audit-traceable</a:t>
            </a:r>
            <a:endParaRPr lang="en-US" sz="1200" dirty="0"/>
          </a:p>
        </p:txBody>
      </p:sp>
      <p:sp>
        <p:nvSpPr>
          <p:cNvPr id="91" name="Shape 65"/>
          <p:cNvSpPr/>
          <p:nvPr/>
        </p:nvSpPr>
        <p:spPr>
          <a:xfrm>
            <a:off x="8357616" y="5952744"/>
            <a:ext cx="274320" cy="27432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92" name="Image 24" descr="/home/claude/deck/check_FFFFFF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12480" y="6007608"/>
            <a:ext cx="164592" cy="164592"/>
          </a:xfrm>
          <a:prstGeom prst="rect">
            <a:avLst/>
          </a:prstGeom>
        </p:spPr>
      </p:pic>
      <p:sp>
        <p:nvSpPr>
          <p:cNvPr id="93" name="Text 66"/>
          <p:cNvSpPr/>
          <p:nvPr/>
        </p:nvSpPr>
        <p:spPr>
          <a:xfrm>
            <a:off x="8723376" y="589788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for 430+ apps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2026-07-21T16:54:36Z</dcterms:created>
  <dcterms:modified xsi:type="dcterms:W3CDTF">2026-07-21T16:54:36Z</dcterms:modified>
</cp:coreProperties>
</file>